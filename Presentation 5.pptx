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0" r:id="rId9"/>
    <p:sldId id="267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ABB172-C255-4A60-AF53-711C11001A20}" v="460" dt="2026-01-14T20:57:07.711"/>
    <p1510:client id="{7D88FDFD-5BF2-4779-899F-D1B16D6ABE53}" v="5" dt="2026-01-14T20:59:09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994" y="296696"/>
            <a:ext cx="7509008" cy="336688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2700" dirty="0">
                <a:solidFill>
                  <a:srgbClr val="FFFFFF"/>
                </a:solidFill>
              </a:rPr>
              <a:t>                                 Software Project Lab-01 </a:t>
            </a:r>
            <a:br>
              <a:rPr lang="en-US" sz="2700" dirty="0">
                <a:solidFill>
                  <a:srgbClr val="FFFFFF"/>
                </a:solidFill>
              </a:rPr>
            </a:br>
            <a:br>
              <a:rPr lang="en-US" sz="3200" dirty="0"/>
            </a:br>
            <a:r>
              <a:rPr lang="en-US" sz="3200" dirty="0">
                <a:solidFill>
                  <a:srgbClr val="FFFFFF"/>
                </a:solidFill>
              </a:rPr>
              <a:t>Static Code Energy </a:t>
            </a:r>
            <a:r>
              <a:rPr lang="en-US" sz="3200" dirty="0" err="1">
                <a:solidFill>
                  <a:srgbClr val="FFFFFF"/>
                </a:solidFill>
              </a:rPr>
              <a:t>Ananlyzer</a:t>
            </a:r>
            <a:r>
              <a:rPr lang="en-US" sz="3200" dirty="0">
                <a:solidFill>
                  <a:srgbClr val="FFFFFF"/>
                </a:solidFill>
              </a:rPr>
              <a:t>-</a:t>
            </a:r>
            <a:br>
              <a:rPr lang="en-US" sz="3200" dirty="0"/>
            </a:br>
            <a:r>
              <a:rPr lang="en-US" sz="3200" dirty="0">
                <a:solidFill>
                  <a:srgbClr val="FFFFFF"/>
                </a:solidFill>
              </a:rPr>
              <a:t>Operation Level Energy Profiling Before Compilation</a:t>
            </a:r>
            <a:br>
              <a:rPr lang="en-US" sz="4200" dirty="0"/>
            </a:br>
            <a:r>
              <a:rPr lang="en-US" sz="4200" dirty="0">
                <a:solidFill>
                  <a:srgbClr val="FFFFFF"/>
                </a:solidFill>
              </a:rPr>
              <a:t>                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br>
              <a:rPr lang="en-US" sz="2400" dirty="0"/>
            </a:br>
            <a:endParaRPr lang="en-US" sz="42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1" y="4369783"/>
            <a:ext cx="9143284" cy="2491655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                                                                         </a:t>
            </a:r>
            <a:r>
              <a:rPr lang="en-US" sz="2400" dirty="0"/>
              <a:t>By Nafis Ahmed</a:t>
            </a:r>
            <a:br>
              <a:rPr lang="en-US" sz="2400" dirty="0"/>
            </a:br>
            <a:r>
              <a:rPr lang="en-US" sz="2400" dirty="0"/>
              <a:t>                                                             (BSSE 1621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                                  </a:t>
            </a:r>
            <a:r>
              <a:rPr lang="en-US" sz="2400" dirty="0"/>
              <a:t>Supervised by: Dr. B M </a:t>
            </a:r>
            <a:r>
              <a:rPr lang="en-US" sz="2400" dirty="0" err="1"/>
              <a:t>Mainul</a:t>
            </a:r>
            <a:r>
              <a:rPr lang="en-US" sz="2400" dirty="0"/>
              <a:t> Hossain</a:t>
            </a:r>
            <a:br>
              <a:rPr lang="en-US" sz="2400" dirty="0"/>
            </a:br>
            <a:r>
              <a:rPr lang="en-US" sz="2400" dirty="0"/>
              <a:t>                                        Professor, IIT, University of Dhaka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C1B2B6-04B3-D7BC-1B2F-873E1DFC8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890" y="643467"/>
            <a:ext cx="6632219" cy="5571065"/>
          </a:xfrm>
          <a:prstGeom prst="rect">
            <a:avLst/>
          </a:prstGeom>
          <a:solidFill>
            <a:srgbClr val="FFFFFF">
              <a:shade val="85000"/>
            </a:srgbClr>
          </a:solidFill>
          <a:ln>
            <a:noFill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E40AE1-6347-4A28-E0C1-C5682B398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93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">
            <a:extLst>
              <a:ext uri="{FF2B5EF4-FFF2-40B4-BE49-F238E27FC236}">
                <a16:creationId xmlns:a16="http://schemas.microsoft.com/office/drawing/2014/main" id="{66320BA0-BAA9-DEE9-482B-7F918C073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6" y="643467"/>
            <a:ext cx="7428086" cy="5571065"/>
          </a:xfrm>
          <a:prstGeom prst="rect">
            <a:avLst/>
          </a:prstGeom>
          <a:ln>
            <a:noFill/>
          </a:ln>
        </p:spPr>
      </p:pic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7E8F2-C01D-DF2A-2162-4C5716C5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3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2B19D38-1447-FA61-A2A7-82BE4E720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118489"/>
            <a:ext cx="8178799" cy="4621021"/>
          </a:xfrm>
          <a:prstGeom prst="rect">
            <a:avLst/>
          </a:prstGeom>
          <a:ln>
            <a:noFill/>
          </a:ln>
        </p:spPr>
      </p:pic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378CB4-3714-CD55-F644-FC0A052E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9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blue and white screen with white text&#10;&#10;AI-generated content may be incorrect.">
            <a:extLst>
              <a:ext uri="{FF2B5EF4-FFF2-40B4-BE49-F238E27FC236}">
                <a16:creationId xmlns:a16="http://schemas.microsoft.com/office/drawing/2014/main" id="{DA6DA78E-6749-2917-E967-19691A6CA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200277"/>
            <a:ext cx="8178799" cy="445744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66EC21-D0FB-C8E8-2161-867A50A25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01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49A182-187B-A64F-839A-BE3BF258C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435417"/>
            <a:ext cx="8178799" cy="39871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767358-807F-5AC5-9BBB-03BC4B05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28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3E3A44-07A0-8767-BAF2-D511DB89B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404746"/>
            <a:ext cx="8178799" cy="4048506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68DA5A-65E7-F973-CFB3-AAEC8AF6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34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664F2B-9B83-5CF1-8D84-B769BB863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251394"/>
            <a:ext cx="8178799" cy="4355211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3CBC09-9952-F836-58A5-98E0C994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52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">
            <a:extLst>
              <a:ext uri="{FF2B5EF4-FFF2-40B4-BE49-F238E27FC236}">
                <a16:creationId xmlns:a16="http://schemas.microsoft.com/office/drawing/2014/main" id="{40400543-F2EE-F226-5497-38334B9A8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302512"/>
            <a:ext cx="8178799" cy="4252974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825D37-59AF-E8E3-A8D2-09C950D55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44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CD97-7CE7-2F3A-CFA0-0B671B8C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209C6-E753-7330-3F90-7EC9749AA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626927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                                    </a:t>
            </a:r>
            <a:r>
              <a:rPr lang="en-US" sz="4000" dirty="0">
                <a:solidFill>
                  <a:srgbClr val="000000"/>
                </a:solidFill>
              </a:rPr>
              <a:t>  </a:t>
            </a:r>
            <a:br>
              <a:rPr lang="en-US" sz="4000" dirty="0">
                <a:solidFill>
                  <a:srgbClr val="000000"/>
                </a:solidFill>
              </a:rPr>
            </a:br>
            <a:r>
              <a:rPr lang="en-US" sz="4000" dirty="0">
                <a:solidFill>
                  <a:srgbClr val="000000"/>
                </a:solidFill>
              </a:rPr>
              <a:t>                         Thank You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654E2-9EFC-E9AE-C1F3-4E3FBE3D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736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                                 Software Project Lab-01   Static Code Energy Ananlyzer- Operation Level Energy Profiling Before Compilation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161</cp:revision>
  <dcterms:created xsi:type="dcterms:W3CDTF">2026-01-14T20:24:46Z</dcterms:created>
  <dcterms:modified xsi:type="dcterms:W3CDTF">2026-01-14T21:00:17Z</dcterms:modified>
</cp:coreProperties>
</file>